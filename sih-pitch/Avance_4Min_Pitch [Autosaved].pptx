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260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Anirudh. In the next four minutes I want to walk you through Avance — a game layer for real-world work. It's a website I built after noticing something odd about the way I procrastinate.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any game and you get rewarded constantly — XP after an action, a level-up moment, a streak counter. Open an assignment tracker and you get a due date, full stop. No feedback until you submit, no visible progress in between. That gap is why a two-hour assignment turns into a two-week slog — the task never tells you you're winning. The problem was never the work itself. It was the missing reward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built Avance to put that loop back in. Every assignment gets broken into checkpoints instead of one scary deadline. Finish a checkpoint, you get XP and your streak grows. Those XP totals feed a live leaderboard, so it's you against your friends, not just you against a due date. And for daily habits there's a month-view calendar so you can literally see the chain you're not supposed to break. This is a real full-stack app — Next.js, Prisma, Supabase — not a clickable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loop in one picture. An assignment becomes checkpoints. Finish one, you earn XP and your streak ticks up. That XP moves your rank on the leaderboard — and because rank is visible to your whole group, finishing the next checkpoint stops being an obligation and starts being how you defend your 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things came out of that loop. An AI Quest Builder turns a pasted assignment into checkpoints automatically — a human still approves every field before it's published. The leaderboard and streaks I already mentioned. And on the other side, whoever's running the class gets a Command Center that flags a stalled checkpoint days before the deadline, not after — because now there's something to actually measure while the work is happening, not just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really the whole pitch in three lines. Same assignment, same deadline — just wrapped in the same mechanics that make games hard to put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grounded in two things. One, behavioural science — the streaks and small checkpoints are deliberately modeled on Atomic Habits: identity-based habits, 'don't break the chain,' immediate reward loops. Two, it isn't a slide, it's a live product — real auth, a real database, a real leaderboard, built end to end for Smart India Hackathon's Smart Education track, and it's currently running with a seeded class of twelve students whose ranks you can watch move against each other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Avance — try the live demo, and thanks for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640080"/>
            <a:ext cx="2709610" cy="384048"/>
          </a:xfrm>
          <a:prstGeom prst="roundRect">
            <a:avLst>
              <a:gd name="adj" fmla="val 19048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640080"/>
            <a:ext cx="259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PROJECT PITCH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0" y="214884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kern="0" spc="600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AVANCE</a:t>
            </a:r>
            <a:endParaRPr lang="en-US" sz="11000" dirty="0"/>
          </a:p>
        </p:txBody>
      </p:sp>
      <p:sp>
        <p:nvSpPr>
          <p:cNvPr id="6" name="Text 3"/>
          <p:cNvSpPr txBox="1"/>
          <p:nvPr/>
        </p:nvSpPr>
        <p:spPr>
          <a:xfrm>
            <a:off x="-1" y="37261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game layer for real-world work.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2255368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boring tasks into a game you actually want to finish.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N Anirudh — builder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WHAT I SAW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don't procrastinate because I'm lazy.</a:t>
            </a:r>
            <a:endParaRPr lang="en-US" sz="26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procrastinate because nothing rewards me until it's already over.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3200400"/>
            <a:ext cx="5074920" cy="2743200"/>
          </a:xfrm>
          <a:prstGeom prst="roundRect">
            <a:avLst>
              <a:gd name="adj" fmla="val 3333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04106" y="3200400"/>
            <a:ext cx="5074920" cy="2743200"/>
          </a:xfrm>
          <a:prstGeom prst="roundRect">
            <a:avLst>
              <a:gd name="adj" fmla="val 3333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34290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cap="small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Tasks go boring?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4290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cap="small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games are addictive?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0005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feedback until submission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434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Progress stays invisible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8920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One giant, distant deadline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5349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Reward: relief, maybe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3977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XP after every single action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4434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visible level bar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48920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Small checkpoints, constant wins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5349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Reward: dopamine, immediately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568727" y="42245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8B85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6"/>
          <p:cNvSpPr txBox="1"/>
          <p:nvPr/>
        </p:nvSpPr>
        <p:spPr>
          <a:xfrm>
            <a:off x="5587023" y="4242816"/>
            <a:ext cx="438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— a game layer for real-world work.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WHAT I DID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I built the reward loop the task was missing.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13055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Quests, not deadlines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46888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and habits become small checkpoints instead of one big due date.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108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09067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+ streaks on every step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42900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 checkpoint, earn XP instantly and keep a visible streak alive.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05079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leaderboard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438912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feeds a group leaderboard — solo grinding becomes a competition</a:t>
            </a:r>
            <a:r>
              <a:rPr lang="en-US" sz="12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5029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501091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habit tracker, daily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534924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month-view calendar makes the streak you're protecting impossible to ignore.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269480" y="2148840"/>
            <a:ext cx="4282135" cy="3794760"/>
          </a:xfrm>
          <a:prstGeom prst="roundRect">
            <a:avLst>
              <a:gd name="adj" fmla="val 2410"/>
            </a:avLst>
          </a:prstGeom>
          <a:solidFill>
            <a:srgbClr val="171A24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89520" y="2423160"/>
            <a:ext cx="3642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quest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589520" y="2715768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the Banking System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7589520" y="3383280"/>
            <a:ext cx="3642055" cy="256032"/>
          </a:xfrm>
          <a:prstGeom prst="roundRect">
            <a:avLst>
              <a:gd name="adj" fmla="val 50000"/>
            </a:avLst>
          </a:prstGeom>
          <a:solidFill>
            <a:srgbClr val="12141C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89520" y="3383280"/>
            <a:ext cx="2185233" cy="256032"/>
          </a:xfrm>
          <a:prstGeom prst="roundRect">
            <a:avLst>
              <a:gd name="adj" fmla="val 50000"/>
            </a:avLst>
          </a:prstGeom>
          <a:solidFill>
            <a:srgbClr val="8B85F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589520" y="3712464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60%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406908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Testing  ·  Next: Documentation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7589520" y="4594860"/>
            <a:ext cx="1214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7589520" y="5029200"/>
            <a:ext cx="1214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803538" y="4572000"/>
            <a:ext cx="1214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8803538" y="5029200"/>
            <a:ext cx="1214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017557" y="4572000"/>
            <a:ext cx="1214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10017557" y="5029200"/>
            <a:ext cx="1214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589520" y="5440680"/>
            <a:ext cx="3642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platform · not a mockup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HOW IT WORKS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loop, end to end.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78028" y="237744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171A24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69568" y="26334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2141C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569568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15188" y="3337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860908" y="3749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assignment or habit enters Avance.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009748" y="2377440"/>
            <a:ext cx="502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3512668" y="237744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171A24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04208" y="26334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2141C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04208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649828" y="3337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endParaRPr lang="en-US" dirty="0"/>
          </a:p>
        </p:txBody>
      </p:sp>
      <p:sp>
        <p:nvSpPr>
          <p:cNvPr id="16" name="Text 13"/>
          <p:cNvSpPr txBox="1"/>
          <p:nvPr/>
        </p:nvSpPr>
        <p:spPr>
          <a:xfrm>
            <a:off x="3695548" y="3749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split into small, linear steps.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844388" y="2377440"/>
            <a:ext cx="502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347308" y="237744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171A24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38848" y="26334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2141C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38848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507328" y="3337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 + Streak</a:t>
            </a:r>
            <a:endParaRPr lang="en-US" dirty="0"/>
          </a:p>
        </p:txBody>
      </p:sp>
      <p:sp>
        <p:nvSpPr>
          <p:cNvPr id="22" name="Text 19"/>
          <p:cNvSpPr txBox="1"/>
          <p:nvPr/>
        </p:nvSpPr>
        <p:spPr>
          <a:xfrm>
            <a:off x="6553048" y="3749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one — reward is instant</a:t>
            </a:r>
            <a:r>
              <a:rPr lang="en-US" sz="11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679028" y="2377440"/>
            <a:ext cx="502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9181948" y="237744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171A24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73488" y="26334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2141C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073488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319108" y="3337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moves</a:t>
            </a:r>
            <a:endParaRPr lang="en-US" dirty="0"/>
          </a:p>
        </p:txBody>
      </p:sp>
      <p:sp>
        <p:nvSpPr>
          <p:cNvPr id="28" name="Text 25"/>
          <p:cNvSpPr txBox="1"/>
          <p:nvPr/>
        </p:nvSpPr>
        <p:spPr>
          <a:xfrm>
            <a:off x="9364828" y="3749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pushes you up the leaderboard.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50749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streak pushes you straight into the next checkpoint</a:t>
            </a:r>
            <a:r>
              <a:rPr lang="en-US" sz="1400" i="1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— a game layer for real-world work.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WHAT CHANGED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Boring tasks became something people check twice a day.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272888" cy="1783080"/>
          </a:xfrm>
          <a:prstGeom prst="roundRect">
            <a:avLst>
              <a:gd name="adj" fmla="val 5128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4048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37744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Quest Builder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9718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PDF or DOCX assignment — it proposes checkpoints. A human still approves every field before anything publishes.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87288" y="2180844"/>
            <a:ext cx="5272888" cy="1783080"/>
          </a:xfrm>
          <a:prstGeom prst="roundRect">
            <a:avLst>
              <a:gd name="adj" fmla="val 5128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53048" y="24048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53048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147408" y="237744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leaderboard</a:t>
            </a:r>
            <a:endParaRPr lang="en-US" dirty="0"/>
          </a:p>
        </p:txBody>
      </p:sp>
      <p:sp>
        <p:nvSpPr>
          <p:cNvPr id="15" name="Text 12"/>
          <p:cNvSpPr txBox="1"/>
          <p:nvPr/>
        </p:nvSpPr>
        <p:spPr>
          <a:xfrm>
            <a:off x="6553048" y="29718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and streaks roll up into a live, per-group leaderboard — visible to everyone in it.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4206240"/>
            <a:ext cx="5272888" cy="1783080"/>
          </a:xfrm>
          <a:prstGeom prst="roundRect">
            <a:avLst>
              <a:gd name="adj" fmla="val 5128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44622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43484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</a:t>
            </a:r>
            <a:endParaRPr lang="en-US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0292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month-view calendar keeps streak history and daily goals in plain sight.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278728" y="4206240"/>
            <a:ext cx="5272888" cy="1783080"/>
          </a:xfrm>
          <a:prstGeom prst="roundRect">
            <a:avLst>
              <a:gd name="adj" fmla="val 5128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53048" y="44622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5304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147408" y="443484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dirty="0"/>
          </a:p>
        </p:txBody>
      </p:sp>
      <p:sp>
        <p:nvSpPr>
          <p:cNvPr id="25" name="Text 22"/>
          <p:cNvSpPr txBox="1"/>
          <p:nvPr/>
        </p:nvSpPr>
        <p:spPr>
          <a:xfrm>
            <a:off x="6553048" y="50292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see on-track, at-risk and critical checkpoints — days before the deadline, not after.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— a game layer for real-world work.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103120"/>
            <a:ext cx="573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Boring task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730088" y="21031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61608" y="2103120"/>
            <a:ext cx="260774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0" y="2971800"/>
            <a:ext cx="573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Deadline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730088" y="29718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61608" y="2971800"/>
            <a:ext cx="573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0" y="3840480"/>
            <a:ext cx="573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Classmate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730088" y="3840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461608" y="3840480"/>
            <a:ext cx="573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Rival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-485192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assignment. Different mindset.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— a game layer for real-world work.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HOW DO I KNOW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isn't a guess — it's grounded, and it's live.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365761" y="2331720"/>
            <a:ext cx="5272888" cy="3657600"/>
          </a:xfrm>
          <a:prstGeom prst="roundRect">
            <a:avLst>
              <a:gd name="adj" fmla="val 2500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78728" y="2331720"/>
            <a:ext cx="5272888" cy="3657600"/>
          </a:xfrm>
          <a:prstGeom prst="roundRect">
            <a:avLst>
              <a:gd name="adj" fmla="val 2500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260604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cap="small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research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598768" y="260604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cap="small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by the product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20040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James Clear's Atomic Habits: identity-based habits, “don't break the chain,” immediate reward loops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97764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Gamification-in-education research on the engagement effects of streaks and leaderboards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598768" y="320040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Real auth, real database, real leaderboard — Supabase + Prisma, not a clickable mockup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598768" y="397764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Built end-to-end for Smart India Hackathon — SIH26207, Smart Education track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— a game layer for real-world work.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1737360"/>
            <a:ext cx="12191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500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AVANCE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0" y="27889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game layer for real-world work.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2024743" y="3611880"/>
            <a:ext cx="8696129" cy="50292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8B85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782146" y="3560002"/>
            <a:ext cx="89387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cap="small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avance-tufk.vercel.app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0" y="44805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N Anirudh — builder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1092</Words>
  <Application>Microsoft Office PowerPoint</Application>
  <PresentationFormat>Widescreen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Anirudh K N</cp:lastModifiedBy>
  <cp:revision>4</cp:revision>
  <dcterms:created xsi:type="dcterms:W3CDTF">2026-09-26T05:18:09Z</dcterms:created>
  <dcterms:modified xsi:type="dcterms:W3CDTF">2026-09-27T03:03:59Z</dcterms:modified>
</cp:coreProperties>
</file>